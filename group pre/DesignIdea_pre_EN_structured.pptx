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61" r:id="rId5"/>
    <p:sldId id="294" r:id="rId6"/>
    <p:sldId id="295" r:id="rId7"/>
    <p:sldId id="297" r:id="rId8"/>
    <p:sldId id="298" r:id="rId9"/>
    <p:sldId id="296" r:id="rId10"/>
    <p:sldId id="299" r:id="rId11"/>
    <p:sldId id="274" r:id="rId12"/>
    <p:sldId id="27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4CA18-A2EE-4898-967B-E73D28F0A9BC}" v="235" dt="2026-02-05T20:06:45.989"/>
    <p1510:client id="{AAA26BFF-3E3D-4485-930E-9F91E2748A8B}" v="49" dt="2026-02-05T16:59:38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773822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100256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9378257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7079187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278426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5554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163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132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33438620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5512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3184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49969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35087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85204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9494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32788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67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00344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33118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72752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31601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32733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97290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501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250207445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53945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84871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48179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12047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3952437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826217963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3954875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0886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999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23871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8192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7958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7973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86174182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664320853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16243699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3426027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896138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9931263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534990954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745856759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08697632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4526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596200329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63376710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89259057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82585104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87377844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08892034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572087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11444262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057797820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862280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321686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516321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755795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258242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14392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412233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06">
          <p15:clr>
            <a:srgbClr val="F26B43"/>
          </p15:clr>
        </p15:guide>
        <p15:guide id="4" pos="7475">
          <p15:clr>
            <a:srgbClr val="F26B43"/>
          </p15:clr>
        </p15:guide>
        <p15:guide id="5" orient="horz" pos="207">
          <p15:clr>
            <a:srgbClr val="F26B43"/>
          </p15:clr>
        </p15:guide>
        <p15:guide id="6" orient="horz" pos="4114">
          <p15:clr>
            <a:srgbClr val="F26B43"/>
          </p15:clr>
        </p15:guide>
        <p15:guide id="7" orient="horz" pos="3944">
          <p15:clr>
            <a:srgbClr val="F26B43"/>
          </p15:clr>
        </p15:guide>
        <p15:guide id="8" orient="horz" pos="879">
          <p15:clr>
            <a:srgbClr val="F26B43"/>
          </p15:clr>
        </p15:guide>
        <p15:guide id="9" pos="3723">
          <p15:clr>
            <a:srgbClr val="F26B43"/>
          </p15:clr>
        </p15:guide>
        <p15:guide id="10" pos="39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337-D626-AC7B-5E8D-3144BB486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0" y="5789336"/>
            <a:ext cx="8954407" cy="740845"/>
          </a:xfrm>
        </p:spPr>
        <p:txBody>
          <a:bodyPr/>
          <a:lstStyle/>
          <a:p>
            <a:r>
              <a:t>Yange Sun, Lechen Zha, Crist Lian, Junmou Tang, Shiyue Yang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0765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Idea‑1 — Users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6473-49C8-6B14-0968-2FB3DC6D8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standard text area has five predefined type levels.</a:t>
            </a:r>
          </a:p>
          <a:p>
            <a:r>
              <a:t>You can move up or down the levels using the increase or decrease indent buttons in the home tab.</a:t>
            </a:r>
          </a:p>
          <a:p>
            <a:r>
              <a:t>We recommend that you do not use the bullet button, as this does not apply the correct bullet formatting.</a:t>
            </a:r>
          </a:p>
          <a:p>
            <a:endParaRPr lang="en-GB"/>
          </a:p>
          <a:p>
            <a:r>
              <a:t>Level one is for general text</a:t>
            </a:r>
          </a:p>
          <a:p>
            <a:pPr lvl="1"/>
            <a:r>
              <a:t>Level two is for subheadings within body copy</a:t>
            </a:r>
          </a:p>
          <a:p>
            <a:pPr lvl="2"/>
            <a:r>
              <a:t>Level three is the first level of bullets</a:t>
            </a:r>
          </a:p>
          <a:p>
            <a:pPr lvl="3"/>
            <a:r>
              <a:t>Level four is the second level of bullets</a:t>
            </a:r>
          </a:p>
          <a:p>
            <a:pPr lvl="4"/>
            <a:r>
              <a:t>Level five is the third level of bullets</a:t>
            </a:r>
          </a:p>
          <a:p>
            <a:endParaRPr lang="en-GB"/>
          </a:p>
          <a:p>
            <a:r>
              <a:t>While text boxes are formatted to be the correct font, size, and colour, they will not contain the levels as a placeholder does. Therefore, it is recommended that you copy an existing text placeholder on the slide if you would like to insert a text box, to preserve the use of these levels.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9FC07-B294-3147-4F1C-F21AA38B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071F8-B278-6FD1-0996-46984E41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2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C9C2EB-875B-E20A-3C9B-C3DBC698FFF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Example Subtitle</a:t>
            </a:r>
          </a:p>
        </p:txBody>
      </p:sp>
    </p:spTree>
    <p:extLst>
      <p:ext uri="{BB962C8B-B14F-4D97-AF65-F5344CB8AC3E}">
        <p14:creationId xmlns:p14="http://schemas.microsoft.com/office/powerpoint/2010/main" val="62463322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C02C-6197-7973-6821-C5308633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7EAD-E8FA-589C-6942-EF0B3262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Idea‑2 — Users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A744-8479-D8E4-F609-3CC587F54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262" y="1394619"/>
            <a:ext cx="7136301" cy="4866481"/>
          </a:xfrm>
        </p:spPr>
        <p:txBody>
          <a:bodyPr/>
          <a:lstStyle/>
          <a:p>
            <a:r>
              <a:t>The standard text area has five predefined type levels.</a:t>
            </a:r>
          </a:p>
          <a:p>
            <a:r>
              <a:t>You can move up or down the levels using the increase or decrease indent buttons in the home tab.</a:t>
            </a:r>
          </a:p>
          <a:p>
            <a:r>
              <a:t>We recommend that you do not use the bullet button, as this does not apply the correct bullet formatting.</a:t>
            </a:r>
          </a:p>
          <a:p>
            <a:endParaRPr lang="en-GB"/>
          </a:p>
          <a:p>
            <a:endParaRPr lang="en-GB"/>
          </a:p>
          <a:p>
            <a:r>
              <a:t>While text boxes are formatted to be the correct font, size, and colour, they will not contain the levels as a placeholder does. Therefore, it is recommended that you copy an existing text placeholder on the slide if you would like to insert a text box, to preserve the use of these levels.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8FC59-4A5C-B1C8-02DD-025DBD36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E1477-9EC3-D65E-8B42-B06EEDA1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FB4E2-84B2-BBC1-5917-CEE811E1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3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4B11C7C-80F9-A01B-4873-1CE29F56AAF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86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741D-4BB2-34CF-6FDB-EF161651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C395-D9D8-09B8-9785-78BAD27E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Idea‑2 — Problem · Gap ·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A656-5BAB-76BB-5332-3F3524317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standard text area has five predefined type levels.</a:t>
            </a:r>
          </a:p>
          <a:p>
            <a:r>
              <a:t>You can move up or down the levels using the increase or decrease indent buttons in the home tab.</a:t>
            </a:r>
          </a:p>
          <a:p>
            <a:r>
              <a:t>We recommend that you do not use the bullet button, as this does not apply the correct bullet formatting.</a:t>
            </a:r>
          </a:p>
          <a:p>
            <a:endParaRPr lang="en-GB"/>
          </a:p>
          <a:p>
            <a:r>
              <a:t>Level one is for general text</a:t>
            </a:r>
          </a:p>
          <a:p>
            <a:pPr lvl="1"/>
            <a:r>
              <a:t>Level two is for subheadings within body copy</a:t>
            </a:r>
          </a:p>
          <a:p>
            <a:pPr lvl="2"/>
            <a:r>
              <a:t>Level three is the first level of bullets</a:t>
            </a:r>
          </a:p>
          <a:p>
            <a:pPr lvl="3"/>
            <a:r>
              <a:t>Level four is the second level of bullets</a:t>
            </a:r>
          </a:p>
          <a:p>
            <a:pPr lvl="4"/>
            <a:r>
              <a:t>Level five is the third level of bullets</a:t>
            </a:r>
          </a:p>
          <a:p>
            <a:endParaRPr lang="en-GB"/>
          </a:p>
          <a:p>
            <a:r>
              <a:t>While text boxes are formatted to be the correct font, size, and colour, they will not contain the levels as a placeholder does. Therefore, it is recommended that you copy an existing text placeholder on the slide if you would like to insert a text box, to preserve the use of these levels.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687F9-CDF8-A1F9-1AE5-0038E839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DBB31-F3B6-6321-BE23-64D6BE7A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A8B32-995E-9A4A-50E4-7A09B9C7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4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D903B89-7363-7FAD-B17F-F02AE68B922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Example Subtitle</a:t>
            </a:r>
          </a:p>
        </p:txBody>
      </p:sp>
    </p:spTree>
    <p:extLst>
      <p:ext uri="{BB962C8B-B14F-4D97-AF65-F5344CB8AC3E}">
        <p14:creationId xmlns:p14="http://schemas.microsoft.com/office/powerpoint/2010/main" val="212330848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6110-DCB9-ECB8-ACE9-A7AEB681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EFE7-14C5-52BB-34E0-DD8C474F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Idea‑3 — Users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CC18C-F60C-D132-24CB-40BA07B4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792" y="1673352"/>
            <a:ext cx="6672771" cy="45877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t>Target users: Blind and Low-Vision (BLV) users in mobile messaging</a:t>
            </a:r>
          </a:p>
          <a:p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Core idea: enable BLV users to access the meaning/intent behind memes and emoji-rich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What changes: from “literal content only” → to “social meaning understood” in real-time chat</a:t>
            </a:r>
            <a:endParaRPr lang="en-GB"/>
          </a:p>
          <a:p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Value: reduces hesitation and mis-replies when tone is ambiguous (e.g., teasing vs annoyed)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0AC21-F4DF-D224-C2CB-794AE1CB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4F3CE-3B57-C3B4-9E97-7EB584E7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ED05F-26EC-571C-EB80-21007B12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5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B224EA-C5EA-A117-1630-952502624FB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MemeSense: A Social-Intuition Augmentation Interface for BLV users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6885A-D309-FA23-A776-BD41D6B7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" y="2041141"/>
            <a:ext cx="4818289" cy="277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699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002A-BF16-1F13-4F83-3DB05DA7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B02D-1F40-2477-7C44-C6223396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Idea‑3 — Problem · Gap ·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FAEC-127E-B02E-3917-4B10DE6E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720" y="1526771"/>
            <a:ext cx="5170597" cy="41790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t>Messaging today is visual and context-heavy: memes, emojis, reaction images carry tone and intent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Current tools are mostly literal: screen readers read text; images often become “image”/basic description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Why memes are hard: same image/emoji can imply different intent across context/culture; repetition changes meaning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0C273-547F-3FB5-198A-F93DEDAF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2FE2C-7AF8-B895-EC28-440DBA0F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B2D93-7292-211C-2D3D-83B86083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6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FA1A16A-FF9B-7CAE-EEE6-F5928B0B34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The gap of current technology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DE709A-AFA9-CF8F-DD63-EDA11285A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3" y="1651645"/>
            <a:ext cx="6579699" cy="355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049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E386-6F6E-EA71-2DCD-9A65CD45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Idea-3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FE78-5DA9-5784-B8F3-81157780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4BE27-2C2A-362E-9124-F89510A8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BA13C-2E84-F340-063B-C1340801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DB076B8-5B78-FE2B-7D91-503268CB5BB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Interface Design</a:t>
            </a:r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D054DD-0345-A8B9-6B7D-72B1AC80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2" y="1147400"/>
            <a:ext cx="11168495" cy="45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832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B8F9-9D67-A8B4-F228-8F9929C2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6A884-25FA-3F7D-3DD0-C02DFC75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0F53-F092-7E89-203B-21B3E8BC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8</a:t>
            </a:r>
            <a:endParaRPr kumimoji="0" lang="en-GB" sz="850" b="1" i="0" u="none" strike="noStrike" kern="1200" cap="none" spc="0" normalizeH="0" baseline="0" noProof="0">
              <a:ln>
                <a:noFill/>
              </a:ln>
              <a:solidFill>
                <a:srgbClr val="0000C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6E27C-1C2F-C39B-0EC5-9C8254E24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618ED-8278-C6F7-50F8-719A7A560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17968493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" id="{D8CC7F33-2E6C-8544-BE6D-F19926D89FAD}" vid="{8D5E71C1-098D-8F41-9670-B5DB74650D1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1C3186E9931048A47616FE79332A4A" ma:contentTypeVersion="3" ma:contentTypeDescription="Create a new document." ma:contentTypeScope="" ma:versionID="91365880e840974cca13946e3b2b872a">
  <xsd:schema xmlns:xsd="http://www.w3.org/2001/XMLSchema" xmlns:xs="http://www.w3.org/2001/XMLSchema" xmlns:p="http://schemas.microsoft.com/office/2006/metadata/properties" xmlns:ns2="07964f65-5693-42ce-94af-7a424bb4c0dc" targetNamespace="http://schemas.microsoft.com/office/2006/metadata/properties" ma:root="true" ma:fieldsID="131ce67d9cb303ada34028a34788f78d" ns2:_="">
    <xsd:import namespace="07964f65-5693-42ce-94af-7a424bb4c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64f65-5693-42ce-94af-7a424bb4c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1FD38-568A-491E-852D-2F3C04898DDE}">
  <ds:schemaRefs>
    <ds:schemaRef ds:uri="07964f65-5693-42ce-94af-7a424bb4c0d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7B11F7-155D-482E-8781-3C2F4A7256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04FA6B-5676-4B19-96F5-A3ECFD51A066}">
  <ds:schemaRefs>
    <ds:schemaRef ds:uri="07964f65-5693-42ce-94af-7a424bb4c0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宽屏</PresentationFormat>
  <Paragraphs>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Inter Medium</vt:lpstr>
      <vt:lpstr>Arial</vt:lpstr>
      <vt:lpstr>ICL PPT Theme</vt:lpstr>
      <vt:lpstr>Presentation Title</vt:lpstr>
      <vt:lpstr>Idea‑1 — Users &amp; Value</vt:lpstr>
      <vt:lpstr>Idea‑2 — Users &amp; Value</vt:lpstr>
      <vt:lpstr>Idea‑2 — Problem · Gap · Approach</vt:lpstr>
      <vt:lpstr>Idea‑3 — Users &amp; Value</vt:lpstr>
      <vt:lpstr>Idea‑3 — Problem · Gap · Approach</vt:lpstr>
      <vt:lpstr>Idea-3</vt:lpstr>
      <vt:lpstr>Section Title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Yang, Shiyue</dc:creator>
  <cp:lastModifiedBy>Lian, Crist</cp:lastModifiedBy>
  <cp:revision>2</cp:revision>
  <dcterms:created xsi:type="dcterms:W3CDTF">2026-02-02T11:38:14Z</dcterms:created>
  <dcterms:modified xsi:type="dcterms:W3CDTF">2026-02-05T22:17:40Z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0x010100FC1C3186E9931048A47616FE79332A4A</vt:lpwstr>
  </property>
</Properties>
</file>